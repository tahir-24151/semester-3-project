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Navigation System Using B-Tree and Lazy Loading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DSA 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mini navigation system similar to Google Maps.</a:t>
            </a:r>
          </a:p>
          <a:p>
            <a:r>
              <a:t>Uses B-Tree database and lazy loading for efficiency.</a:t>
            </a:r>
          </a:p>
          <a:p>
            <a:r>
              <a:t>Demonstrates DSA concepts in a real-world scenario.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efficiently store and process thousands of nodes?</a:t>
            </a:r>
          </a:p>
          <a:p>
            <a:r>
              <a:t>Full map cannot be loaded in memory.</a:t>
            </a:r>
          </a:p>
          <a:p>
            <a:r>
              <a:t>Solution: Use disk-based B-Tree + lazy loading.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Lazy Loading Concept</a:t>
            </a:r>
          </a:p>
        </p:txBody>
      </p:sp>
      <p:pic>
        <p:nvPicPr>
          <p:cNvPr id="3" name="Picture 2" descr="lazy_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880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B-Tree as storage database</a:t>
            </a:r>
          </a:p>
          <a:p>
            <a:r>
              <a:t>- AVL Tree / Maps for caching</a:t>
            </a:r>
          </a:p>
          <a:p>
            <a:r>
              <a:t>- Priority Queue for Dijkstra</a:t>
            </a:r>
          </a:p>
          <a:p>
            <a:r>
              <a:t>- Stack for path reconstruction</a:t>
            </a:r>
          </a:p>
          <a:p>
            <a:r>
              <a:t>- Queue for BFS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Pathfinding Workflow</a:t>
            </a:r>
          </a:p>
        </p:txBody>
      </p:sp>
      <p:pic>
        <p:nvPicPr>
          <p:cNvPr id="3" name="Picture 2" descr="pathfind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880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Shortest path calculation</a:t>
            </a:r>
          </a:p>
          <a:p>
            <a:r>
              <a:t>- Efficient memory usage</a:t>
            </a:r>
          </a:p>
          <a:p>
            <a:r>
              <a:t>- Scalable dataset handling</a:t>
            </a:r>
          </a:p>
          <a:p>
            <a:r>
              <a:t>- Realistic lazy-loaded graph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demonstrates practical use of DSA.</a:t>
            </a:r>
          </a:p>
          <a:p>
            <a:r>
              <a:t>Lazy loading + B-Tree mimics real map systems.</a:t>
            </a:r>
          </a:p>
          <a:p>
            <a:r>
              <a:t>Efficient, scalable, and structured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